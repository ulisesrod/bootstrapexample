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95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[0:00-0:30] Saludo breve. Presentar el tema (Bootstrap) y la agenda: qué es, cómo funciona, cuándo usarlo, comparativa con Tailwind, ecosistema actual, y luego demo en vivo de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[0:30-2:00] Explicar el problema histórico y dar la definición técnica precisa. Si preguntan el año exacto: lanzamiento inicial 19 de agosto de 2011, creado por Mark Otto y Jacob Thornton dentro de Twitter.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[2:00-4:00] Explicar las 3 capas en orden. En el grid: preguntar por qué 12 y no 10 -&gt; porque 12 es divisible entre 2, 3, 4 y 6, dando más combinaciones de columnas iguales. Conectar esto con la demo: el HTML que van a mostrar usa exactamente esta arquitectura (Sass compilado + grid + bundle 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[4:00-5:40] Mostrar visualmente las 12 columnas, el ejemplo de 3 col-md-4, y leer la tabla de breakpoints. Conectar directamente con la demo que viene: el formulario de inscripción usa exactamente col-md-6 y col-md-4.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[5:40-7:10] Explicar ambos lados sin sonar negativo sobre Bootstrap: es una herramienta con trade-offs. Conectar con la siguiente slide (comparativa con Tailwind).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[7:10-8:50] Esta es la comparativa que pide explícitamente el enunciado. Antes de hablar, recordar pegar los logos reales descargados de getbootstrap.com/brand y tailwindcss.com/brand en los recuadros marcados. Si preguntan '¿por qué no usaron Tailwind?' responder con esta tabla: priorizamos componentes preconstruidos y velocidad de desarrollo, el caso de uso donde Bootstrap gana.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[8:50-10:00] Cerrar la parte teórica con datos verificados (mencionar que se consultó la documentación oficial de getbootstrap.com, no solo opinión). Transición a la demo: los 3 integrantes se mueven a sus posiciones según el reparto de roles acordado.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952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4337A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44337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CSS que estandarizó el diseño responsive en la web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 ·  UTN Sede San Carlos  ·  2026-II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200" i="1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Samuel </a:t>
            </a:r>
            <a:r>
              <a:rPr lang="es-ES" sz="1200" i="1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Fernández</a:t>
            </a:r>
            <a:r>
              <a:rPr lang="en-US" sz="1200" i="1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Alejandro Corrales · Ulises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y qué problema resuelve?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FE9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histórico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2011, cada equipo escribía su propio CSS responsive desde cero.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inconsistencia visual y mucho tiempo perdido reinventando botones, formularios y grids.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nació dentro de Twitter, creado por Mark Otto y Jacob Thornton, para dar consistencia de interfaz sin depender de un diseñador en cada feature.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1B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técnica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37960" y="21031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código abierto compuesto de tres piezas: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estilos CSS con clases reutilizables (componentes + utilidades)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grid de 12 columnas basado en Flexbox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de JavaScript para componentes interactivos (modales, dropdowns, carousels)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44337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8463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internamente?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3 capas, de la base a la interfaz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952B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Variables Sass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espaciados y tipografía se centralizan en _variables.scss. Cambiar una variable y recompilar actualiza todo el tema visual.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53128" y="150876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4433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727448" y="1783080"/>
            <a:ext cx="548640" cy="548640"/>
          </a:xfrm>
          <a:prstGeom prst="ellipse">
            <a:avLst/>
          </a:prstGeom>
          <a:solidFill>
            <a:srgbClr val="4433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2744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27448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 de Grid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27448" y="301752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 con Flexbox: container &gt; row &gt; col-*. Los breakpoints (sm/md/lg/xl/xxl) son @media queries predefinidos.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357616" y="150876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E1B2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631936" y="1783080"/>
            <a:ext cx="548640" cy="548640"/>
          </a:xfrm>
          <a:prstGeom prst="ellipse">
            <a:avLst/>
          </a:prstGeom>
          <a:solidFill>
            <a:srgbClr val="1E1B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63193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31936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Componentes + JS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31936" y="301752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CSS para botones, cards, navbars. El bundle JS (con Popper.js) maneja modales, dropdowns y tooltips.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8463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grid de 12 columnas en acción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47066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239268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331470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423672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15874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08076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00278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92480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884682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976884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0690860" y="1554480"/>
            <a:ext cx="885444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&gt; row &gt; 12 columnas disponibles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4864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325112" y="2743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325112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101584" y="2743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8101584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col-md-4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formulario de la demo usa col-md-6 y col-md-4 para distribuir campos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48640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 mínimo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col-sm-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≥576px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col-md-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≥768px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col-lg-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≥992px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col-xl-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≥1200px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309360" y="41148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6537960" y="42245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de defensa en vivo: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537960" y="4526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nos piden cambiar col-md-6 a col-md-4 en vivo, el ancho baja de 50% a 33% de inmediato — sin recargar la página.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8463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usarlo... y cuándo no?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6E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usarlo cuando...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680" y="2148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 prototipo o MVP rápido sin diseñador dedicado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es pequeño y prioriza velocidad sobre diseño 100% único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consistencia visual inmediata (paneles admin, dashboards internos)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ya conoce Bootstrap y el tiempo de entrega es corto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5544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516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conviene cuando...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537960" y="2148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requiere identidad visual 100% a medida (se termina sobrescribiendo casi todo el CSS)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final del bundle importa mucho (apps muy ligeras, sitios de alto rendimiento)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quiere evitar JavaScript adicional y solo se necesitan utilidades CSS puras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vs. Tailwind CSS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94960" y="1325880"/>
            <a:ext cx="502920" cy="50292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3949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3566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5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FE9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ya armados (btn, card, navbar)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Utilidades atómicas (flex, p-4, text-center)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FE9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aprendizaje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al inicio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alta al inicio, más control después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FE9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Sass + recompilar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tailwind.config.js, muy flexible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FE9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incluido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(modales, dropdowns, carousels)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solo 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FE9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pesado si no se purga 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Liviano (purga automática)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1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resuelven "diseño responsive consistente": Bootstrap entrega componentes listos, Tailwind entrega control granular sin opinión visual.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pic>
        <p:nvPicPr>
          <p:cNvPr id="13" name="Imagen 12" descr="Bootstrap Logo PNG Vector (EPS) Free Download">
            <a:extLst>
              <a:ext uri="{FF2B5EF4-FFF2-40B4-BE49-F238E27FC236}">
                <a16:creationId xmlns:a16="http://schemas.microsoft.com/office/drawing/2014/main" id="{329B818E-0BE4-2142-716A-15AC219B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740" y="919480"/>
            <a:ext cx="1275080" cy="1275080"/>
          </a:xfrm>
          <a:prstGeom prst="rect">
            <a:avLst/>
          </a:prstGeom>
        </p:spPr>
      </p:pic>
      <p:pic>
        <p:nvPicPr>
          <p:cNvPr id="14" name="Imagen 13" descr="Tailwind CSS Logo Vector - (.SVG + .PNG) - GetLogoVector.Com">
            <a:extLst>
              <a:ext uri="{FF2B5EF4-FFF2-40B4-BE49-F238E27FC236}">
                <a16:creationId xmlns:a16="http://schemas.microsoft.com/office/drawing/2014/main" id="{75B5FB54-7340-4088-92BD-CBDF1836D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320" y="749725"/>
            <a:ext cx="2439352" cy="1353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952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44337A">
              <a:alpha val="5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60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actual (2026)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5.3.8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estable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53128" y="1371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453128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727448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lanzamiento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(Twitter)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57616" y="1371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357616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43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631936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337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1B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68680" y="35021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documentación oficial getbootstrap.com (Bootstrap, front-end framework)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8404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5.3 reescribió el núcleo de Bootstrap para dar soporte nativo a modo oscuro y variables CSS, sin dependencia de jQuery.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la demo en vivo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48640" y="5623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inscripción con grid de 12 columnas, carousel y accordion construidos con Bootstrap 5.3 vía Sass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ISW-521 · Programación en Ambiente Web I — Bootstrap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1052</Words>
  <Application>Microsoft Office PowerPoint</Application>
  <PresentationFormat>Panorámica</PresentationFormat>
  <Paragraphs>119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Bootstrap: Framework CSS para Desarrollo Responsive</dc:title>
  <dc:subject>PptxGenJS Presentation</dc:subject>
  <dc:creator>Grupo ISW-521</dc:creator>
  <cp:lastModifiedBy>SAMUEL FERNANDEZ RAMIREZ</cp:lastModifiedBy>
  <cp:revision>2</cp:revision>
  <dcterms:created xsi:type="dcterms:W3CDTF">2026-06-20T21:14:15Z</dcterms:created>
  <dcterms:modified xsi:type="dcterms:W3CDTF">2026-06-20T21:59:29Z</dcterms:modified>
</cp:coreProperties>
</file>